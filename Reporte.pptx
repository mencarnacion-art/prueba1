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8"/>
  </p:notesMasterIdLst>
  <p:handoutMasterIdLst>
    <p:handoutMasterId r:id="rId9"/>
  </p:handoutMasterIdLst>
  <p:sldIdLst>
    <p:sldId id="288" r:id="rId4"/>
    <p:sldId id="339" r:id="rId5"/>
    <p:sldId id="340" r:id="rId6"/>
    <p:sldId id="320" r:id="rId7"/>
  </p:sldIdLst>
  <p:sldSz cx="9144000" cy="6858000" type="screen4x3"/>
  <p:notesSz cx="7315200" cy="96012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N DE JESUS MONTAL TORRES" initials="MDJM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4" autoAdjust="0"/>
    <p:restoredTop sz="94662" autoAdjust="0"/>
  </p:normalViewPr>
  <p:slideViewPr>
    <p:cSldViewPr showGuides="1">
      <p:cViewPr varScale="1">
        <p:scale>
          <a:sx n="78" d="100"/>
          <a:sy n="78" d="100"/>
        </p:scale>
        <p:origin x="1435" y="62"/>
      </p:cViewPr>
      <p:guideLst>
        <p:guide orient="horz" pos="2199"/>
        <p:guide pos="28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139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ustomXml" Target="../customXml/item3.xml"/><Relationship Id="rId15" Type="http://schemas.openxmlformats.org/officeDocument/2006/relationships/customXml" Target="../customXml/item2.xml"/><Relationship Id="rId14" Type="http://schemas.openxmlformats.org/officeDocument/2006/relationships/customXml" Target="../customXml/item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658C1-3D69-4C40-8C4D-6F1FE72974A4}" type="datetimeFigureOut">
              <a:rPr lang="es-MX" smtClean="0"/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08C04-0F09-4EFD-94A1-2DAE6FB7FF62}" type="slidenum">
              <a:rPr lang="es-MX" smtClean="0"/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CEEB716-B6A0-47C9-95A8-7CA9F8A35126}" type="datetimeFigureOut">
              <a:rPr lang="es-ES"/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  <a:endParaRPr lang="es-ES" noProof="0"/>
          </a:p>
          <a:p>
            <a:pPr lvl="1"/>
            <a:r>
              <a:rPr lang="es-ES" noProof="0"/>
              <a:t>Segundo nivel</a:t>
            </a:r>
            <a:endParaRPr lang="es-ES" noProof="0"/>
          </a:p>
          <a:p>
            <a:pPr lvl="2"/>
            <a:r>
              <a:rPr lang="es-ES" noProof="0"/>
              <a:t>Tercer nivel</a:t>
            </a:r>
            <a:endParaRPr lang="es-ES" noProof="0"/>
          </a:p>
          <a:p>
            <a:pPr lvl="3"/>
            <a:r>
              <a:rPr lang="es-ES" noProof="0"/>
              <a:t>Cuarto nivel</a:t>
            </a:r>
            <a:endParaRPr lang="es-ES" noProof="0"/>
          </a:p>
          <a:p>
            <a:pPr lvl="4"/>
            <a:r>
              <a:rPr lang="es-ES" noProof="0"/>
              <a:t>Quinto nivel</a:t>
            </a:r>
            <a:endParaRPr lang="es-ES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D6EC06B9-67BC-4849-B366-D617C10387D7}" type="slidenum">
              <a:rPr lang="es-ES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7AD95A3-0A10-4D42-B6D4-D1D4CFA6F1EB}" type="datetimeFigureOut">
              <a:rPr lang="es-ES"/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2A82807-C82E-43B3-96E3-0A0132021370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396D8F0-5C9D-428F-9F57-94D29B348843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965ACBA-6A5F-444B-A84F-30B7CBC7949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7AD95A3-0A10-4D42-B6D4-D1D4CFA6F1EB}" type="datetimeFigureOut">
              <a:rPr lang="es-ES"/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2A82807-C82E-43B3-96E3-0A0132021370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396D8F0-5C9D-428F-9F57-94D29B348843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965ACBA-6A5F-444B-A84F-30B7CBC7949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Entrada manual"/>
          <p:cNvSpPr/>
          <p:nvPr/>
        </p:nvSpPr>
        <p:spPr>
          <a:xfrm>
            <a:off x="0" y="5876929"/>
            <a:ext cx="9144000" cy="981075"/>
          </a:xfrm>
          <a:prstGeom prst="flowChartManualInput">
            <a:avLst/>
          </a:prstGeom>
          <a:gradFill flip="none" rotWithShape="1">
            <a:gsLst>
              <a:gs pos="0">
                <a:srgbClr val="002060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-13815" y="-18697"/>
            <a:ext cx="9144000" cy="404813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MX" dirty="0"/>
          </a:p>
        </p:txBody>
      </p:sp>
      <p:sp>
        <p:nvSpPr>
          <p:cNvPr id="12" name="TextBox 80"/>
          <p:cNvSpPr txBox="1"/>
          <p:nvPr/>
        </p:nvSpPr>
        <p:spPr>
          <a:xfrm>
            <a:off x="5430448" y="6528049"/>
            <a:ext cx="3573414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25" b="1" cap="all" dirty="0">
                <a:solidFill>
                  <a:schemeClr val="tx2"/>
                </a:solidFill>
                <a:latin typeface="Century Gothic" panose="020B0502020202020204" pitchFamily="34" charset="0"/>
                <a:cs typeface="+mn-cs"/>
              </a:rPr>
              <a:t>Automatización Mantenimiento y Construcción S.A. de C.V.</a:t>
            </a:r>
            <a:endParaRPr lang="es-MX" sz="825" dirty="0">
              <a:solidFill>
                <a:schemeClr val="tx2"/>
              </a:solidFill>
              <a:latin typeface="Century Gothic" panose="020B0502020202020204" pitchFamily="34" charset="0"/>
              <a:cs typeface="+mn-cs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107504" y="71240"/>
            <a:ext cx="32416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s-ES" sz="1100" b="1" i="1" dirty="0">
                <a:solidFill>
                  <a:schemeClr val="tx2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The Simple, Smart and Reliable Solution.</a:t>
            </a:r>
            <a:endParaRPr lang="en-US" altLang="es-ES" sz="2800" b="1" dirty="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n 2" descr="Un letrero de color blanco&#10;&#10;Descripción generada automáticamente con confianza baja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409" y="5988049"/>
            <a:ext cx="540000" cy="540000"/>
          </a:xfrm>
          <a:prstGeom prst="rect">
            <a:avLst/>
          </a:prstGeom>
        </p:spPr>
      </p:pic>
      <p:pic>
        <p:nvPicPr>
          <p:cNvPr id="5" name="Imagen 4" descr="Texto, Logotipo&#10;&#10;Descripción generada automáticamente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746" y="6078008"/>
            <a:ext cx="2974861" cy="3938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Entrada manual"/>
          <p:cNvSpPr/>
          <p:nvPr/>
        </p:nvSpPr>
        <p:spPr>
          <a:xfrm>
            <a:off x="0" y="5876929"/>
            <a:ext cx="9144000" cy="981075"/>
          </a:xfrm>
          <a:prstGeom prst="flowChartManualInput">
            <a:avLst/>
          </a:prstGeom>
          <a:gradFill flip="none" rotWithShape="1">
            <a:gsLst>
              <a:gs pos="0">
                <a:srgbClr val="002060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800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-13815" y="-18697"/>
            <a:ext cx="9144000" cy="404813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MX" sz="1800" dirty="0"/>
          </a:p>
        </p:txBody>
      </p:sp>
      <p:sp>
        <p:nvSpPr>
          <p:cNvPr id="12" name="TextBox 80"/>
          <p:cNvSpPr txBox="1"/>
          <p:nvPr/>
        </p:nvSpPr>
        <p:spPr>
          <a:xfrm>
            <a:off x="5430448" y="6528049"/>
            <a:ext cx="3573414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25" b="1" cap="all" dirty="0">
                <a:solidFill>
                  <a:schemeClr val="tx2"/>
                </a:solidFill>
                <a:latin typeface="Century Gothic" panose="020B0502020202020204" pitchFamily="34" charset="0"/>
                <a:cs typeface="+mn-cs"/>
              </a:rPr>
              <a:t>Automatización Mantenimiento y Construcción S.A. de C.V.</a:t>
            </a:r>
            <a:endParaRPr lang="es-MX" sz="825" dirty="0">
              <a:solidFill>
                <a:schemeClr val="tx2"/>
              </a:solidFill>
              <a:latin typeface="Century Gothic" panose="020B0502020202020204" pitchFamily="34" charset="0"/>
              <a:cs typeface="+mn-cs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107504" y="71240"/>
            <a:ext cx="32416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s-ES" sz="1100" b="1" i="1" dirty="0">
                <a:solidFill>
                  <a:schemeClr val="tx2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The Simple, Smart and Reliable Solution.</a:t>
            </a:r>
            <a:endParaRPr lang="en-US" altLang="es-ES" sz="2800" b="1" dirty="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n 2" descr="Un letrero de color blanco&#10;&#10;Descripción generada automáticamente con confianza baja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409" y="5988049"/>
            <a:ext cx="540000" cy="540000"/>
          </a:xfrm>
          <a:prstGeom prst="rect">
            <a:avLst/>
          </a:prstGeom>
        </p:spPr>
      </p:pic>
      <p:pic>
        <p:nvPicPr>
          <p:cNvPr id="5" name="Imagen 4" descr="Texto, Logotipo&#10;&#10;Descripción generada automáticamente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746" y="6078008"/>
            <a:ext cx="2974861" cy="3938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6588125" y="44450"/>
            <a:ext cx="264604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MX" altLang="en-US" sz="1500" b="1" dirty="0">
                <a:solidFill>
                  <a:schemeClr val="tx1"/>
                </a:solidFill>
                <a:latin typeface="Century Gothic" panose="020B0502020202020204" pitchFamily="34" charset="0"/>
              </a:rPr>
              <a:t>Fecha: {FECHA}</a:t>
            </a:r>
            <a:endParaRPr lang="es-MX" altLang="en-US" sz="15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CuadroTexto 2"/>
          <p:cNvSpPr txBox="1"/>
          <p:nvPr/>
        </p:nvSpPr>
        <p:spPr>
          <a:xfrm>
            <a:off x="1763395" y="476885"/>
            <a:ext cx="5616575" cy="644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s-MX" altLang="en-US" sz="2800" dirty="0">
                <a:solidFill>
                  <a:schemeClr val="tx2"/>
                </a:solidFill>
              </a:rPr>
              <a:t>REPORTE DE SERVICIO    </a:t>
            </a:r>
            <a:endParaRPr lang="es-MX" altLang="en-US" sz="2800" dirty="0">
              <a:solidFill>
                <a:schemeClr val="tx2"/>
              </a:solidFill>
            </a:endParaRPr>
          </a:p>
          <a:p>
            <a:pPr algn="ctr"/>
            <a:endParaRPr lang="es-MX" altLang="en-US" sz="2800" dirty="0">
              <a:solidFill>
                <a:schemeClr val="tx2"/>
              </a:solidFill>
            </a:endParaRPr>
          </a:p>
          <a:p>
            <a:pPr algn="ctr"/>
            <a:r>
              <a:rPr lang="es-MX" altLang="en-US" sz="2800" dirty="0">
                <a:solidFill>
                  <a:schemeClr val="tx2"/>
                </a:solidFill>
                <a:sym typeface="+mn-ea"/>
              </a:rPr>
              <a:t>Empresa:</a:t>
            </a:r>
            <a:endParaRPr lang="es-MX" altLang="en-US" sz="2800" dirty="0"/>
          </a:p>
          <a:p>
            <a:pPr algn="ctr"/>
            <a:r>
              <a:rPr lang="es-MX" altLang="en-US" sz="6000" dirty="0">
                <a:solidFill>
                  <a:schemeClr val="tx2"/>
                </a:solidFill>
              </a:rPr>
              <a:t>{Empresa}</a:t>
            </a:r>
            <a:r>
              <a:rPr lang="es-MX" altLang="en-US" sz="8000" dirty="0"/>
              <a:t> </a:t>
            </a:r>
            <a:endParaRPr lang="es-MX" altLang="en-US" sz="8000" dirty="0"/>
          </a:p>
          <a:p>
            <a:pPr algn="ctr"/>
            <a:endParaRPr lang="en-US" altLang="es-MX" sz="2800" dirty="0"/>
          </a:p>
          <a:p>
            <a:pPr algn="ctr"/>
            <a:endParaRPr lang="es-MX" sz="2800" dirty="0"/>
          </a:p>
          <a:p>
            <a:pPr algn="ctr"/>
            <a:endParaRPr lang="es-MX" sz="2800" dirty="0"/>
          </a:p>
        </p:txBody>
      </p:sp>
      <p:sp>
        <p:nvSpPr>
          <p:cNvPr id="3" name="Cuadro de texto 2"/>
          <p:cNvSpPr txBox="1"/>
          <p:nvPr/>
        </p:nvSpPr>
        <p:spPr>
          <a:xfrm>
            <a:off x="3060065" y="31680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n-US"/>
              <a:t>By.{TECNICO}</a:t>
            </a:r>
            <a:endParaRPr lang="es-MX" altLang="en-US"/>
          </a:p>
        </p:txBody>
      </p:sp>
      <p:pic>
        <p:nvPicPr>
          <p:cNvPr id="4" name="Imagen 3"/>
          <p:cNvPicPr/>
          <p:nvPr/>
        </p:nvPicPr>
        <p:blipFill>
          <a:blip r:embed="rId1">
            <a:biLevel thresh="50000"/>
          </a:blip>
          <a:stretch>
            <a:fillRect/>
          </a:stretch>
        </p:blipFill>
        <p:spPr>
          <a:xfrm>
            <a:off x="69215" y="4700270"/>
            <a:ext cx="1828800" cy="826770"/>
          </a:xfrm>
          <a:prstGeom prst="rect">
            <a:avLst/>
          </a:prstGeom>
        </p:spPr>
      </p:pic>
      <p:pic>
        <p:nvPicPr>
          <p:cNvPr id="13" name="Imagen 12"/>
          <p:cNvPicPr/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888490" y="4681538"/>
            <a:ext cx="1828800" cy="864235"/>
          </a:xfrm>
          <a:prstGeom prst="rect">
            <a:avLst/>
          </a:prstGeom>
        </p:spPr>
      </p:pic>
      <p:pic>
        <p:nvPicPr>
          <p:cNvPr id="16" name="Imagen 15"/>
          <p:cNvPicPr/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3564255" y="4793615"/>
            <a:ext cx="1828800" cy="640080"/>
          </a:xfrm>
          <a:prstGeom prst="rect">
            <a:avLst/>
          </a:prstGeom>
        </p:spPr>
      </p:pic>
      <p:pic>
        <p:nvPicPr>
          <p:cNvPr id="21" name="Imagen 20"/>
          <p:cNvPicPr/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5455285" y="4793615"/>
            <a:ext cx="1828800" cy="640080"/>
          </a:xfrm>
          <a:prstGeom prst="rect">
            <a:avLst/>
          </a:prstGeom>
        </p:spPr>
      </p:pic>
      <p:pic>
        <p:nvPicPr>
          <p:cNvPr id="23" name="Imagen 22"/>
          <p:cNvPicPr/>
          <p:nvPr/>
        </p:nvPicPr>
        <p:blipFill>
          <a:blip r:embed="rId5"/>
          <a:stretch>
            <a:fillRect/>
          </a:stretch>
        </p:blipFill>
        <p:spPr>
          <a:xfrm>
            <a:off x="7274560" y="4645660"/>
            <a:ext cx="1828800" cy="935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uadro de texto 1"/>
          <p:cNvSpPr txBox="1"/>
          <p:nvPr/>
        </p:nvSpPr>
        <p:spPr>
          <a:xfrm>
            <a:off x="170815" y="534035"/>
            <a:ext cx="8874760" cy="517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MX" altLang="en-US"/>
              <a:t>Tabajo realizado:</a:t>
            </a:r>
            <a:endParaRPr lang="es-MX" altLang="en-US"/>
          </a:p>
          <a:p>
            <a:r>
              <a:rPr lang="es-MX" altLang="en-US"/>
              <a:t>{TRABAJO}</a:t>
            </a:r>
            <a:endParaRPr lang="es-MX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692696"/>
            <a:ext cx="8064896" cy="2520280"/>
          </a:xfrm>
        </p:spPr>
        <p:txBody>
          <a:bodyPr/>
          <a:lstStyle/>
          <a:p>
            <a:r>
              <a:rPr lang="en-US" sz="2800" dirty="0"/>
              <a:t>The Automatyco Programming and Engineering team appreciates your attention and remains available for any clarification or questions.  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Thank you so much.</a:t>
            </a:r>
            <a:endParaRPr lang="en-US" sz="2800" dirty="0"/>
          </a:p>
        </p:txBody>
      </p:sp>
      <p:pic>
        <p:nvPicPr>
          <p:cNvPr id="1026" name="Picture 2" descr="Automatyc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346866"/>
            <a:ext cx="5039544" cy="1748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C08EB35083F548BAFC5125413A83F2" ma:contentTypeVersion="2" ma:contentTypeDescription="Crear nuevo documento." ma:contentTypeScope="" ma:versionID="185a72985e50634bf0efa6090ad4ff1d">
  <xsd:schema xmlns:xsd="http://www.w3.org/2001/XMLSchema" xmlns:xs="http://www.w3.org/2001/XMLSchema" xmlns:p="http://schemas.microsoft.com/office/2006/metadata/properties" xmlns:ns3="f45e75d3-088c-4bf6-b91b-9b01b8468cb5" targetNamespace="http://schemas.microsoft.com/office/2006/metadata/properties" ma:root="true" ma:fieldsID="b09c8ece74b6bdb3d9eab84c1d9e6088" ns3:_="">
    <xsd:import namespace="f45e75d3-088c-4bf6-b91b-9b01b8468cb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e75d3-088c-4bf6-b91b-9b01b8468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4327D7-08DD-444F-9C82-018552258577}">
  <ds:schemaRefs/>
</ds:datastoreItem>
</file>

<file path=customXml/itemProps2.xml><?xml version="1.0" encoding="utf-8"?>
<ds:datastoreItem xmlns:ds="http://schemas.openxmlformats.org/officeDocument/2006/customXml" ds:itemID="{B3509092-3E90-49DB-A4C0-82661F9AC0C6}">
  <ds:schemaRefs/>
</ds:datastoreItem>
</file>

<file path=customXml/itemProps3.xml><?xml version="1.0" encoding="utf-8"?>
<ds:datastoreItem xmlns:ds="http://schemas.openxmlformats.org/officeDocument/2006/customXml" ds:itemID="{246BD9C6-6EA4-4FFE-80B7-36488110CF3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WPS Presentation</Application>
  <PresentationFormat>Presentación en pantalla (4:3)</PresentationFormat>
  <Paragraphs>17</Paragraphs>
  <Slides>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Century Gothic</vt:lpstr>
      <vt:lpstr>Times New Roman</vt:lpstr>
      <vt:lpstr>Calibri</vt:lpstr>
      <vt:lpstr>Microsoft YaHei</vt:lpstr>
      <vt:lpstr>Arial Unicode MS</vt:lpstr>
      <vt:lpstr>Tema de Office</vt:lpstr>
      <vt:lpstr>1_Tema de Office</vt:lpstr>
      <vt:lpstr>PowerPoint 演示文稿</vt:lpstr>
      <vt:lpstr>PowerPoint 演示文稿</vt:lpstr>
      <vt:lpstr>PowerPoint 演示文稿</vt:lpstr>
      <vt:lpstr>The Automatyco Programming and Engineering team appreciates your attention and remains available for any clarification or questions.     Thank you so much.</vt:lpstr>
    </vt:vector>
  </TitlesOfParts>
  <Company>malala`s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Plan  Guadalajara Manufacturing</dc:title>
  <dc:creator>laura</dc:creator>
  <cp:lastModifiedBy>eadan</cp:lastModifiedBy>
  <cp:revision>720</cp:revision>
  <dcterms:created xsi:type="dcterms:W3CDTF">2011-01-30T11:37:00Z</dcterms:created>
  <dcterms:modified xsi:type="dcterms:W3CDTF">2026-10-08T18:06:38Z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0x0101008EC08EB35083F548BAFC5125413A83F2</vt:lpwstr>
  </property>
  <property fmtid="{D5CDD505-2E9C-101B-9397-08002B2CF9AE}" pid="3" name="ICV">
    <vt:lpwstr>778EA53B877C4494933B5B57311017C2_13</vt:lpwstr>
  </property>
  <property fmtid="{D5CDD505-2E9C-101B-9397-08002B2CF9AE}" pid="4" name="KSOProductBuildVer">
    <vt:lpwstr>2058-12.1.0.28485</vt:lpwstr>
  </property>
</Properties>
</file>