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JPG" ContentType="image/.jpg"/>
  <Default Extension="png" ContentType="image/png"/>
  <Default Extension="rels" ContentType="application/vnd.openxmlformats-package.relationship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1" r:id="rId3"/>
  </p:sldMasterIdLst>
  <p:notesMasterIdLst>
    <p:notesMasterId r:id="rId8"/>
  </p:notesMasterIdLst>
  <p:handoutMasterIdLst>
    <p:handoutMasterId r:id="rId9"/>
  </p:handoutMasterIdLst>
  <p:sldIdLst>
    <p:sldId id="288" r:id="rId4"/>
    <p:sldId id="339" r:id="rId5"/>
    <p:sldId id="340" r:id="rId6"/>
    <p:sldId id="320" r:id="rId7"/>
  </p:sldIdLst>
  <p:sldSz cx="9144000" cy="6858000" type="screen4x3"/>
  <p:notesSz cx="7315200" cy="9601200"/>
  <p:defaultTextStyle>
    <a:defPPr>
      <a:defRPr lang="es-E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222" userDrawn="1">
          <p15:clr>
            <a:srgbClr val="A4A3A4"/>
          </p15:clr>
        </p15:guide>
        <p15:guide id="2" pos="2924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TIN DE JESUS MONTAL TORRES" initials="MDJMT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044" autoAdjust="0"/>
    <p:restoredTop sz="94662" autoAdjust="0"/>
  </p:normalViewPr>
  <p:slideViewPr>
    <p:cSldViewPr showGuides="1">
      <p:cViewPr varScale="1">
        <p:scale>
          <a:sx n="78" d="100"/>
          <a:sy n="78" d="100"/>
        </p:scale>
        <p:origin x="1435" y="62"/>
      </p:cViewPr>
      <p:guideLst>
        <p:guide orient="horz" pos="2222"/>
        <p:guide pos="292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400" d="100"/>
        <a:sy n="400" d="100"/>
      </p:scale>
      <p:origin x="0" y="0"/>
    </p:cViewPr>
  </p:notesTextViewPr>
  <p:notesViewPr>
    <p:cSldViewPr>
      <p:cViewPr varScale="1">
        <p:scale>
          <a:sx n="62" d="100"/>
          <a:sy n="62" d="100"/>
        </p:scale>
        <p:origin x="3139" y="6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handoutMaster" Target="handoutMasters/handoutMaster1.xml"/><Relationship Id="rId8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6" Type="http://schemas.openxmlformats.org/officeDocument/2006/relationships/customXml" Target="../customXml/item3.xml"/><Relationship Id="rId15" Type="http://schemas.openxmlformats.org/officeDocument/2006/relationships/customXml" Target="../customXml/item2.xml"/><Relationship Id="rId14" Type="http://schemas.openxmlformats.org/officeDocument/2006/relationships/customXml" Target="../customXml/item1.xml"/><Relationship Id="rId13" Type="http://schemas.openxmlformats.org/officeDocument/2006/relationships/commentAuthors" Target="commentAuthors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70238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4143375" y="0"/>
            <a:ext cx="3170238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B658C1-3D69-4C40-8C4D-6F1FE72974A4}" type="datetimeFigureOut">
              <a:rPr lang="es-MX" smtClean="0"/>
            </a:fld>
            <a:endParaRPr lang="es-MX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9120188"/>
            <a:ext cx="3170238" cy="4810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4143375" y="9120188"/>
            <a:ext cx="3170238" cy="4810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908C04-0F09-4EFD-94A1-2DAE6FB7FF62}" type="slidenum">
              <a:rPr lang="es-MX" smtClean="0"/>
            </a:fld>
            <a:endParaRPr 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3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300">
                <a:latin typeface="+mn-lt"/>
                <a:cs typeface="+mn-cs"/>
              </a:defRPr>
            </a:lvl1pPr>
          </a:lstStyle>
          <a:p>
            <a:pPr>
              <a:defRPr/>
            </a:pPr>
            <a:fld id="{7CEEB716-B6A0-47C9-95A8-7CA9F8A35126}" type="datetimeFigureOut">
              <a:rPr lang="es-ES"/>
            </a:fld>
            <a:endParaRPr lang="es-ES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pPr lvl="0"/>
            <a:endParaRPr lang="es-ES" noProof="0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731520" y="4560570"/>
            <a:ext cx="5852160" cy="4320540"/>
          </a:xfrm>
          <a:prstGeom prst="rect">
            <a:avLst/>
          </a:prstGeom>
        </p:spPr>
        <p:txBody>
          <a:bodyPr vert="horz" lIns="96661" tIns="48331" rIns="96661" bIns="48331" rtlCol="0">
            <a:normAutofit/>
          </a:bodyPr>
          <a:lstStyle/>
          <a:p>
            <a:pPr lvl="0"/>
            <a:r>
              <a:rPr lang="es-ES" noProof="0"/>
              <a:t>Haga clic para modificar el estilo de texto del patrón</a:t>
            </a:r>
            <a:endParaRPr lang="es-ES" noProof="0"/>
          </a:p>
          <a:p>
            <a:pPr lvl="1"/>
            <a:r>
              <a:rPr lang="es-ES" noProof="0"/>
              <a:t>Segundo nivel</a:t>
            </a:r>
            <a:endParaRPr lang="es-ES" noProof="0"/>
          </a:p>
          <a:p>
            <a:pPr lvl="2"/>
            <a:r>
              <a:rPr lang="es-ES" noProof="0"/>
              <a:t>Tercer nivel</a:t>
            </a:r>
            <a:endParaRPr lang="es-ES" noProof="0"/>
          </a:p>
          <a:p>
            <a:pPr lvl="3"/>
            <a:r>
              <a:rPr lang="es-ES" noProof="0"/>
              <a:t>Cuarto nivel</a:t>
            </a:r>
            <a:endParaRPr lang="es-ES" noProof="0"/>
          </a:p>
          <a:p>
            <a:pPr lvl="4"/>
            <a:r>
              <a:rPr lang="es-ES" noProof="0"/>
              <a:t>Quinto nivel</a:t>
            </a:r>
            <a:endParaRPr lang="es-ES" noProof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3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300">
                <a:latin typeface="+mn-lt"/>
                <a:cs typeface="+mn-cs"/>
              </a:defRPr>
            </a:lvl1pPr>
          </a:lstStyle>
          <a:p>
            <a:pPr>
              <a:defRPr/>
            </a:pPr>
            <a:fld id="{D6EC06B9-67BC-4849-B366-D617C10387D7}" type="slidenum">
              <a:rPr lang="es-ES"/>
            </a:fld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>
          <a:xfrm>
            <a:off x="457200" y="6356354"/>
            <a:ext cx="21336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fld id="{97AD95A3-0A10-4D42-B6D4-D1D4CFA6F1EB}" type="datetimeFigureOut">
              <a:rPr lang="es-ES"/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3124200" y="6356354"/>
            <a:ext cx="28956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6553200" y="6356354"/>
            <a:ext cx="21336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fld id="{62A82807-C82E-43B3-96E3-0A0132021370}" type="slidenum">
              <a:rPr lang="es-ES"/>
            </a:fld>
            <a:endParaRPr lang="es-E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ítulo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  <a:endParaRPr lang="es-ES"/>
          </a:p>
          <a:p>
            <a:pPr lvl="1"/>
            <a:r>
              <a:rPr lang="es-ES"/>
              <a:t>Segundo nivel</a:t>
            </a:r>
            <a:endParaRPr lang="es-ES"/>
          </a:p>
          <a:p>
            <a:pPr lvl="2"/>
            <a:r>
              <a:rPr lang="es-ES"/>
              <a:t>Tercer nivel</a:t>
            </a:r>
            <a:endParaRPr lang="es-ES"/>
          </a:p>
          <a:p>
            <a:pPr lvl="3"/>
            <a:r>
              <a:rPr lang="es-ES"/>
              <a:t>Cuarto nivel</a:t>
            </a:r>
            <a:endParaRPr lang="es-ES"/>
          </a:p>
          <a:p>
            <a:pPr lvl="4"/>
            <a:r>
              <a:rPr lang="es-ES"/>
              <a:t>Quinto nivel</a:t>
            </a:r>
            <a:endParaRPr lang="es-E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5396D8F0-5C9D-428F-9F57-94D29B348843}" type="datetimeFigureOut">
              <a:rPr lang="es-ES" smtClean="0"/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9965ACBA-6A5F-444B-A84F-30B7CBC79493}" type="slidenum">
              <a:rPr lang="es-ES" smtClean="0"/>
            </a:fld>
            <a:endParaRPr lang="es-E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>
          <a:xfrm>
            <a:off x="457200" y="6356354"/>
            <a:ext cx="21336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fld id="{97AD95A3-0A10-4D42-B6D4-D1D4CFA6F1EB}" type="datetimeFigureOut">
              <a:rPr lang="es-ES"/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3124200" y="6356354"/>
            <a:ext cx="28956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6553200" y="6356354"/>
            <a:ext cx="21336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fld id="{62A82807-C82E-43B3-96E3-0A0132021370}" type="slidenum">
              <a:rPr lang="es-ES"/>
            </a:fld>
            <a:endParaRPr lang="es-E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ítulo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  <a:endParaRPr lang="es-ES"/>
          </a:p>
          <a:p>
            <a:pPr lvl="1"/>
            <a:r>
              <a:rPr lang="es-ES"/>
              <a:t>Segundo nivel</a:t>
            </a:r>
            <a:endParaRPr lang="es-ES"/>
          </a:p>
          <a:p>
            <a:pPr lvl="2"/>
            <a:r>
              <a:rPr lang="es-ES"/>
              <a:t>Tercer nivel</a:t>
            </a:r>
            <a:endParaRPr lang="es-ES"/>
          </a:p>
          <a:p>
            <a:pPr lvl="3"/>
            <a:r>
              <a:rPr lang="es-ES"/>
              <a:t>Cuarto nivel</a:t>
            </a:r>
            <a:endParaRPr lang="es-ES"/>
          </a:p>
          <a:p>
            <a:pPr lvl="4"/>
            <a:r>
              <a:rPr lang="es-ES"/>
              <a:t>Quinto nivel</a:t>
            </a:r>
            <a:endParaRPr lang="es-E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5396D8F0-5C9D-428F-9F57-94D29B348843}" type="datetimeFigureOut">
              <a:rPr lang="es-ES" smtClean="0"/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9965ACBA-6A5F-444B-A84F-30B7CBC79493}" type="slidenum">
              <a:rPr lang="es-ES" smtClean="0"/>
            </a:fld>
            <a:endParaRPr lang="es-E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5" Type="http://schemas.openxmlformats.org/officeDocument/2006/relationships/theme" Target="../theme/theme1.xml"/><Relationship Id="rId4" Type="http://schemas.openxmlformats.org/officeDocument/2006/relationships/image" Target="../media/image2.png"/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5" Type="http://schemas.openxmlformats.org/officeDocument/2006/relationships/theme" Target="../theme/theme2.xml"/><Relationship Id="rId4" Type="http://schemas.openxmlformats.org/officeDocument/2006/relationships/image" Target="../media/image2.png"/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6 Entrada manual"/>
          <p:cNvSpPr/>
          <p:nvPr/>
        </p:nvSpPr>
        <p:spPr>
          <a:xfrm>
            <a:off x="0" y="5876929"/>
            <a:ext cx="9144000" cy="981075"/>
          </a:xfrm>
          <a:prstGeom prst="flowChartManualInput">
            <a:avLst/>
          </a:prstGeom>
          <a:gradFill flip="none" rotWithShape="1">
            <a:gsLst>
              <a:gs pos="0">
                <a:srgbClr val="002060"/>
              </a:gs>
              <a:gs pos="53000">
                <a:srgbClr val="D4DEFF"/>
              </a:gs>
              <a:gs pos="83000">
                <a:srgbClr val="D4DEFF"/>
              </a:gs>
              <a:gs pos="100000">
                <a:srgbClr val="96AB94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s-ES" dirty="0"/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-13815" y="-18697"/>
            <a:ext cx="9144000" cy="404813"/>
          </a:xfrm>
          <a:prstGeom prst="rect">
            <a:avLst/>
          </a:prstGeom>
          <a:gradFill flip="none" rotWithShape="1">
            <a:gsLst>
              <a:gs pos="0">
                <a:srgbClr val="002060"/>
              </a:gs>
              <a:gs pos="53000">
                <a:srgbClr val="D4DEFF"/>
              </a:gs>
              <a:gs pos="83000">
                <a:srgbClr val="D4DEFF"/>
              </a:gs>
              <a:gs pos="100000">
                <a:srgbClr val="96AB94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s-MX" dirty="0"/>
          </a:p>
        </p:txBody>
      </p:sp>
      <p:sp>
        <p:nvSpPr>
          <p:cNvPr id="12" name="TextBox 80"/>
          <p:cNvSpPr txBox="1"/>
          <p:nvPr/>
        </p:nvSpPr>
        <p:spPr>
          <a:xfrm>
            <a:off x="5430448" y="6528049"/>
            <a:ext cx="3573414" cy="21929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825" b="1" cap="all" dirty="0">
                <a:solidFill>
                  <a:schemeClr val="tx2"/>
                </a:solidFill>
                <a:latin typeface="Century Gothic" panose="020B0502020202020204" pitchFamily="34" charset="0"/>
                <a:cs typeface="+mn-cs"/>
              </a:rPr>
              <a:t>Automatización Mantenimiento y Construcción S.A. de C.V.</a:t>
            </a:r>
            <a:endParaRPr lang="es-MX" sz="825" dirty="0">
              <a:solidFill>
                <a:schemeClr val="tx2"/>
              </a:solidFill>
              <a:latin typeface="Century Gothic" panose="020B0502020202020204" pitchFamily="34" charset="0"/>
              <a:cs typeface="+mn-cs"/>
            </a:endParaRPr>
          </a:p>
        </p:txBody>
      </p:sp>
      <p:sp>
        <p:nvSpPr>
          <p:cNvPr id="1030" name="Rectangle 7"/>
          <p:cNvSpPr>
            <a:spLocks noChangeArrowheads="1"/>
          </p:cNvSpPr>
          <p:nvPr/>
        </p:nvSpPr>
        <p:spPr bwMode="auto">
          <a:xfrm>
            <a:off x="107504" y="71240"/>
            <a:ext cx="3241675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s-ES" sz="1100" b="1" i="1" dirty="0">
                <a:solidFill>
                  <a:schemeClr val="tx2"/>
                </a:solidFill>
                <a:latin typeface="Century Gothic" panose="020B0502020202020204" pitchFamily="34" charset="0"/>
                <a:cs typeface="Times New Roman" panose="02020603050405020304" pitchFamily="18" charset="0"/>
              </a:rPr>
              <a:t>The Simple, Smart and Reliable Solution.</a:t>
            </a:r>
            <a:endParaRPr lang="en-US" altLang="es-ES" sz="2800" b="1" dirty="0">
              <a:solidFill>
                <a:schemeClr val="tx2"/>
              </a:solidFill>
              <a:latin typeface="Century Gothic" panose="020B0502020202020204" pitchFamily="34" charset="0"/>
            </a:endParaRPr>
          </a:p>
        </p:txBody>
      </p:sp>
      <p:pic>
        <p:nvPicPr>
          <p:cNvPr id="3" name="Imagen 2" descr="Un letrero de color blanco&#10;&#10;Descripción generada automáticamente con confianza baja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7409" y="5988049"/>
            <a:ext cx="540000" cy="540000"/>
          </a:xfrm>
          <a:prstGeom prst="rect">
            <a:avLst/>
          </a:prstGeom>
        </p:spPr>
      </p:pic>
      <p:pic>
        <p:nvPicPr>
          <p:cNvPr id="5" name="Imagen 4" descr="Texto, Logotipo&#10;&#10;Descripción generada automáticamente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8746" y="6078008"/>
            <a:ext cx="2974861" cy="39387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5pPr>
      <a:lvl6pPr marL="342900" algn="ctr" rtl="0" fontAlgn="base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6pPr>
      <a:lvl7pPr marL="685800" algn="ctr" rtl="0" fontAlgn="base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7pPr>
      <a:lvl8pPr marL="1028700" algn="ctr" rtl="0" fontAlgn="base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8pPr>
      <a:lvl9pPr marL="1371600" algn="ctr" rtl="0" fontAlgn="base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257175" indent="-257175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530" indent="-21463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6 Entrada manual"/>
          <p:cNvSpPr/>
          <p:nvPr/>
        </p:nvSpPr>
        <p:spPr>
          <a:xfrm>
            <a:off x="0" y="5876929"/>
            <a:ext cx="9144000" cy="981075"/>
          </a:xfrm>
          <a:prstGeom prst="flowChartManualInput">
            <a:avLst/>
          </a:prstGeom>
          <a:gradFill flip="none" rotWithShape="1">
            <a:gsLst>
              <a:gs pos="0">
                <a:srgbClr val="002060"/>
              </a:gs>
              <a:gs pos="53000">
                <a:srgbClr val="D4DEFF"/>
              </a:gs>
              <a:gs pos="83000">
                <a:srgbClr val="D4DEFF"/>
              </a:gs>
              <a:gs pos="100000">
                <a:srgbClr val="96AB94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s-ES" sz="1800" dirty="0"/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-13815" y="-18697"/>
            <a:ext cx="9144000" cy="404813"/>
          </a:xfrm>
          <a:prstGeom prst="rect">
            <a:avLst/>
          </a:prstGeom>
          <a:gradFill flip="none" rotWithShape="1">
            <a:gsLst>
              <a:gs pos="0">
                <a:srgbClr val="002060"/>
              </a:gs>
              <a:gs pos="53000">
                <a:srgbClr val="D4DEFF"/>
              </a:gs>
              <a:gs pos="83000">
                <a:srgbClr val="D4DEFF"/>
              </a:gs>
              <a:gs pos="100000">
                <a:srgbClr val="96AB94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s-MX" sz="1800" dirty="0"/>
          </a:p>
        </p:txBody>
      </p:sp>
      <p:sp>
        <p:nvSpPr>
          <p:cNvPr id="12" name="TextBox 80"/>
          <p:cNvSpPr txBox="1"/>
          <p:nvPr/>
        </p:nvSpPr>
        <p:spPr>
          <a:xfrm>
            <a:off x="5430448" y="6528049"/>
            <a:ext cx="3573414" cy="21929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825" b="1" cap="all" dirty="0">
                <a:solidFill>
                  <a:schemeClr val="tx2"/>
                </a:solidFill>
                <a:latin typeface="Century Gothic" panose="020B0502020202020204" pitchFamily="34" charset="0"/>
                <a:cs typeface="+mn-cs"/>
              </a:rPr>
              <a:t>Automatización Mantenimiento y Construcción S.A. de C.V.</a:t>
            </a:r>
            <a:endParaRPr lang="es-MX" sz="825" dirty="0">
              <a:solidFill>
                <a:schemeClr val="tx2"/>
              </a:solidFill>
              <a:latin typeface="Century Gothic" panose="020B0502020202020204" pitchFamily="34" charset="0"/>
              <a:cs typeface="+mn-cs"/>
            </a:endParaRPr>
          </a:p>
        </p:txBody>
      </p:sp>
      <p:sp>
        <p:nvSpPr>
          <p:cNvPr id="1030" name="Rectangle 7"/>
          <p:cNvSpPr>
            <a:spLocks noChangeArrowheads="1"/>
          </p:cNvSpPr>
          <p:nvPr/>
        </p:nvSpPr>
        <p:spPr bwMode="auto">
          <a:xfrm>
            <a:off x="107504" y="71240"/>
            <a:ext cx="3241675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s-ES" sz="1100" b="1" i="1" dirty="0">
                <a:solidFill>
                  <a:schemeClr val="tx2"/>
                </a:solidFill>
                <a:latin typeface="Century Gothic" panose="020B0502020202020204" pitchFamily="34" charset="0"/>
                <a:cs typeface="Times New Roman" panose="02020603050405020304" pitchFamily="18" charset="0"/>
              </a:rPr>
              <a:t>The Simple, Smart and Reliable Solution.</a:t>
            </a:r>
            <a:endParaRPr lang="en-US" altLang="es-ES" sz="2800" b="1" dirty="0">
              <a:solidFill>
                <a:schemeClr val="tx2"/>
              </a:solidFill>
              <a:latin typeface="Century Gothic" panose="020B0502020202020204" pitchFamily="34" charset="0"/>
            </a:endParaRPr>
          </a:p>
        </p:txBody>
      </p:sp>
      <p:pic>
        <p:nvPicPr>
          <p:cNvPr id="3" name="Imagen 2" descr="Un letrero de color blanco&#10;&#10;Descripción generada automáticamente con confianza baja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7409" y="5988049"/>
            <a:ext cx="540000" cy="540000"/>
          </a:xfrm>
          <a:prstGeom prst="rect">
            <a:avLst/>
          </a:prstGeom>
        </p:spPr>
      </p:pic>
      <p:pic>
        <p:nvPicPr>
          <p:cNvPr id="5" name="Imagen 4" descr="Texto, Logotipo&#10;&#10;Descripción generada automáticamente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8746" y="6078008"/>
            <a:ext cx="2974861" cy="39387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5pPr>
      <a:lvl6pPr marL="342900" algn="ctr" rtl="0" fontAlgn="base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6pPr>
      <a:lvl7pPr marL="685800" algn="ctr" rtl="0" fontAlgn="base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7pPr>
      <a:lvl8pPr marL="1028700" algn="ctr" rtl="0" fontAlgn="base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8pPr>
      <a:lvl9pPr marL="1371600" algn="ctr" rtl="0" fontAlgn="base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257175" indent="-257175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530" indent="-21463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CuadroTexto"/>
          <p:cNvSpPr txBox="1"/>
          <p:nvPr/>
        </p:nvSpPr>
        <p:spPr>
          <a:xfrm>
            <a:off x="251520" y="6237312"/>
            <a:ext cx="2646294" cy="321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500" b="1" dirty="0">
                <a:solidFill>
                  <a:schemeClr val="bg1"/>
                </a:solidFill>
                <a:latin typeface="Century Gothic" panose="020B0502020202020204" pitchFamily="34" charset="0"/>
              </a:rPr>
              <a:t>Date: 30-09-2026</a:t>
            </a:r>
            <a:endParaRPr lang="en-US" sz="15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Cuadro de texto 5"/>
          <p:cNvSpPr txBox="1"/>
          <p:nvPr/>
        </p:nvSpPr>
        <p:spPr>
          <a:xfrm>
            <a:off x="2286000" y="3168015"/>
            <a:ext cx="4572000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s-MX" altLang="en-US" sz="2800" dirty="0">
                <a:sym typeface="+mn-ea"/>
              </a:rPr>
              <a:t> </a:t>
            </a:r>
            <a:endParaRPr lang="es-MX" altLang="en-US" sz="2800" dirty="0">
              <a:sym typeface="+mn-ea"/>
            </a:endParaRPr>
          </a:p>
        </p:txBody>
      </p:sp>
      <p:sp>
        <p:nvSpPr>
          <p:cNvPr id="7" name="CuadroTexto 2"/>
          <p:cNvSpPr txBox="1"/>
          <p:nvPr/>
        </p:nvSpPr>
        <p:spPr>
          <a:xfrm>
            <a:off x="1763564" y="476672"/>
            <a:ext cx="5616575" cy="129614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s-MX" altLang="en-US" sz="2800" dirty="0"/>
              <a:t>REPORTE DE SERVICIO</a:t>
            </a:r>
            <a:endParaRPr lang="es-MX" altLang="en-US" sz="2800" dirty="0"/>
          </a:p>
          <a:p>
            <a:pPr algn="ctr"/>
            <a:endParaRPr lang="es-MX" altLang="en-US" sz="2800" dirty="0"/>
          </a:p>
          <a:p>
            <a:pPr algn="ctr"/>
            <a:endParaRPr lang="es-MX" altLang="en-US" sz="2800" dirty="0"/>
          </a:p>
          <a:p>
            <a:pPr algn="ctr"/>
            <a:r>
              <a:rPr lang="es-MX" altLang="en-US" sz="6000" dirty="0"/>
              <a:t>“Empresa”</a:t>
            </a:r>
            <a:r>
              <a:rPr lang="es-MX" altLang="en-US" sz="8000" dirty="0"/>
              <a:t> </a:t>
            </a:r>
            <a:endParaRPr lang="es-MX" altLang="en-US" sz="8000" dirty="0"/>
          </a:p>
          <a:p>
            <a:pPr algn="ctr"/>
            <a:endParaRPr lang="en-US" altLang="es-MX" sz="2800" dirty="0"/>
          </a:p>
          <a:p>
            <a:pPr algn="ctr"/>
            <a:endParaRPr lang="es-MX" sz="2800" dirty="0"/>
          </a:p>
          <a:p>
            <a:pPr algn="ctr"/>
            <a:endParaRPr lang="es-MX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9552" y="692696"/>
            <a:ext cx="8064896" cy="2520280"/>
          </a:xfrm>
        </p:spPr>
        <p:txBody>
          <a:bodyPr/>
          <a:lstStyle/>
          <a:p>
            <a:r>
              <a:rPr lang="en-US" sz="2800" dirty="0"/>
              <a:t>The Automatyco Programming and Engineering team appreciates your attention and remains available for any clarification or questions.   </a:t>
            </a:r>
            <a:br>
              <a:rPr lang="en-US" sz="2800" dirty="0"/>
            </a:br>
            <a:br>
              <a:rPr lang="en-US" sz="2800" dirty="0"/>
            </a:br>
            <a:r>
              <a:rPr lang="en-US" sz="2800" dirty="0"/>
              <a:t>Thank you so much.</a:t>
            </a:r>
            <a:endParaRPr lang="en-US" sz="2800" dirty="0"/>
          </a:p>
        </p:txBody>
      </p:sp>
      <p:pic>
        <p:nvPicPr>
          <p:cNvPr id="1026" name="Picture 2" descr="Automatyco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728" y="3346866"/>
            <a:ext cx="5039544" cy="17480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8EC08EB35083F548BAFC5125413A83F2" ma:contentTypeVersion="2" ma:contentTypeDescription="Crear nuevo documento." ma:contentTypeScope="" ma:versionID="185a72985e50634bf0efa6090ad4ff1d">
  <xsd:schema xmlns:xsd="http://www.w3.org/2001/XMLSchema" xmlns:xs="http://www.w3.org/2001/XMLSchema" xmlns:p="http://schemas.microsoft.com/office/2006/metadata/properties" xmlns:ns3="f45e75d3-088c-4bf6-b91b-9b01b8468cb5" targetNamespace="http://schemas.microsoft.com/office/2006/metadata/properties" ma:root="true" ma:fieldsID="b09c8ece74b6bdb3d9eab84c1d9e6088" ns3:_="">
    <xsd:import namespace="f45e75d3-088c-4bf6-b91b-9b01b8468cb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45e75d3-088c-4bf6-b91b-9b01b8468cb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ED4327D7-08DD-444F-9C82-018552258577}">
  <ds:schemaRefs/>
</ds:datastoreItem>
</file>

<file path=customXml/itemProps2.xml><?xml version="1.0" encoding="utf-8"?>
<ds:datastoreItem xmlns:ds="http://schemas.openxmlformats.org/officeDocument/2006/customXml" ds:itemID="{B3509092-3E90-49DB-A4C0-82661F9AC0C6}">
  <ds:schemaRefs/>
</ds:datastoreItem>
</file>

<file path=customXml/itemProps3.xml><?xml version="1.0" encoding="utf-8"?>
<ds:datastoreItem xmlns:ds="http://schemas.openxmlformats.org/officeDocument/2006/customXml" ds:itemID="{246BD9C6-6EA4-4FFE-80B7-36488110CF33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201</Words>
  <Application>WPS Presentation</Application>
  <PresentationFormat>Presentación en pantalla (4:3)</PresentationFormat>
  <Paragraphs>14</Paragraphs>
  <Slides>4</Slides>
  <Notes>0</Notes>
  <HiddenSlides>0</HiddenSlides>
  <MMClips>1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4</vt:i4>
      </vt:variant>
    </vt:vector>
  </HeadingPairs>
  <TitlesOfParts>
    <vt:vector size="14" baseType="lpstr">
      <vt:lpstr>Arial</vt:lpstr>
      <vt:lpstr>SimSun</vt:lpstr>
      <vt:lpstr>Wingdings</vt:lpstr>
      <vt:lpstr>Century Gothic</vt:lpstr>
      <vt:lpstr>Times New Roman</vt:lpstr>
      <vt:lpstr>Calibri</vt:lpstr>
      <vt:lpstr>Microsoft YaHei</vt:lpstr>
      <vt:lpstr>Arial Unicode MS</vt:lpstr>
      <vt:lpstr>Tema de Office</vt:lpstr>
      <vt:lpstr>1_Tema de Office</vt:lpstr>
      <vt:lpstr>PowerPoint 演示文稿</vt:lpstr>
      <vt:lpstr>PowerPoint 演示文稿</vt:lpstr>
      <vt:lpstr>PowerPoint 演示文稿</vt:lpstr>
      <vt:lpstr>The Automatyco Programming and Engineering team appreciates your attention and remains available for any clarification or questions.     Thank you so much.</vt:lpstr>
    </vt:vector>
  </TitlesOfParts>
  <Company>malala`s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Business Plan  Guadalajara Manufacturing</dc:title>
  <dc:creator>laura</dc:creator>
  <cp:lastModifiedBy>Mencarnacion</cp:lastModifiedBy>
  <cp:revision>718</cp:revision>
  <dcterms:created xsi:type="dcterms:W3CDTF">2011-01-30T11:37:00Z</dcterms:created>
  <dcterms:modified xsi:type="dcterms:W3CDTF">2026-10-01T19:04:05Z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0x0101008EC08EB35083F548BAFC5125413A83F2</vt:lpwstr>
  </property>
  <property fmtid="{D5CDD505-2E9C-101B-9397-08002B2CF9AE}" pid="3" name="ICV">
    <vt:lpwstr>778EA53B877C4494933B5B57311017C2_13</vt:lpwstr>
  </property>
  <property fmtid="{D5CDD505-2E9C-101B-9397-08002B2CF9AE}" pid="4" name="KSOProductBuildVer">
    <vt:lpwstr>2058-12.1.0.28485</vt:lpwstr>
  </property>
</Properties>
</file>